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416760" y="1527768"/>
            <a:ext cx="5143500" cy="9164320"/>
          </a:xfrm>
          <a:custGeom>
            <a:avLst/>
            <a:gdLst/>
            <a:ahLst/>
            <a:cxnLst/>
            <a:rect l="l" t="t" r="r" b="b"/>
            <a:pathLst>
              <a:path w="5143500" h="9164320">
                <a:moveTo>
                  <a:pt x="4531473" y="0"/>
                </a:moveTo>
                <a:lnTo>
                  <a:pt x="0" y="9164234"/>
                </a:lnTo>
                <a:lnTo>
                  <a:pt x="5143244" y="9164234"/>
                </a:lnTo>
                <a:lnTo>
                  <a:pt x="5143244" y="8496922"/>
                </a:lnTo>
                <a:lnTo>
                  <a:pt x="1079804" y="8496922"/>
                </a:lnTo>
                <a:lnTo>
                  <a:pt x="4537912" y="1511465"/>
                </a:lnTo>
                <a:lnTo>
                  <a:pt x="5143244" y="1511465"/>
                </a:lnTo>
                <a:lnTo>
                  <a:pt x="5143244" y="1228790"/>
                </a:lnTo>
                <a:lnTo>
                  <a:pt x="4531473" y="0"/>
                </a:lnTo>
                <a:close/>
              </a:path>
              <a:path w="5143500" h="9164320">
                <a:moveTo>
                  <a:pt x="5143244" y="1511465"/>
                </a:moveTo>
                <a:lnTo>
                  <a:pt x="4537912" y="1511465"/>
                </a:lnTo>
                <a:lnTo>
                  <a:pt x="5143244" y="2729063"/>
                </a:lnTo>
                <a:lnTo>
                  <a:pt x="5143244" y="1511465"/>
                </a:lnTo>
                <a:close/>
              </a:path>
            </a:pathLst>
          </a:custGeom>
          <a:solidFill>
            <a:srgbClr val="E6E7E8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527772"/>
            <a:ext cx="6948805" cy="445134"/>
          </a:xfrm>
          <a:custGeom>
            <a:avLst/>
            <a:gdLst/>
            <a:ahLst/>
            <a:cxnLst/>
            <a:rect l="l" t="t" r="r" b="b"/>
            <a:pathLst>
              <a:path w="6948805" h="445135">
                <a:moveTo>
                  <a:pt x="6948258" y="0"/>
                </a:moveTo>
                <a:lnTo>
                  <a:pt x="0" y="0"/>
                </a:lnTo>
                <a:lnTo>
                  <a:pt x="0" y="444703"/>
                </a:lnTo>
                <a:lnTo>
                  <a:pt x="6722706" y="444703"/>
                </a:lnTo>
                <a:lnTo>
                  <a:pt x="6948258" y="0"/>
                </a:lnTo>
                <a:close/>
              </a:path>
            </a:pathLst>
          </a:custGeom>
          <a:solidFill>
            <a:srgbClr val="2C73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91299" y="1591036"/>
            <a:ext cx="25793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RESURFACING</a:t>
            </a:r>
            <a:r>
              <a:rPr dirty="0" sz="1800" spc="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COLOURS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91299" y="3176276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WHITE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FD500782-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40300" y="3176276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MERINO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FD500777-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01165" y="10101250"/>
            <a:ext cx="124460" cy="360680"/>
          </a:xfrm>
          <a:prstGeom prst="rect">
            <a:avLst/>
          </a:prstGeom>
        </p:spPr>
        <p:txBody>
          <a:bodyPr wrap="square" lIns="0" tIns="889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650">
                <a:solidFill>
                  <a:srgbClr val="6D6E71"/>
                </a:solidFill>
                <a:latin typeface="Trebuchet MS"/>
                <a:cs typeface="Trebuchet MS"/>
              </a:rPr>
              <a:t>SEP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2021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7299" y="3176276"/>
            <a:ext cx="52768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20">
                <a:solidFill>
                  <a:srgbClr val="231F20"/>
                </a:solidFill>
                <a:latin typeface="Trebuchet MS"/>
                <a:cs typeface="Trebuchet MS"/>
              </a:rPr>
              <a:t>SANDY</a:t>
            </a: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BEIGE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FD500780-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91299" y="4328275"/>
            <a:ext cx="50101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LITE</a:t>
            </a:r>
            <a:r>
              <a:rPr dirty="0" sz="650" spc="-2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MOCHA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FD500775-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74299" y="4328275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CHESTNUT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FD500769-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43999" y="4328275"/>
            <a:ext cx="78168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LIGHT</a:t>
            </a:r>
            <a:r>
              <a:rPr dirty="0" sz="650" spc="2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TERRACOTTA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FD500776-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63499" y="5455529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BRICK </a:t>
            </a:r>
            <a:r>
              <a:rPr dirty="0" sz="650" spc="-25">
                <a:solidFill>
                  <a:srgbClr val="231F20"/>
                </a:solidFill>
                <a:latin typeface="Trebuchet MS"/>
                <a:cs typeface="Trebuchet MS"/>
              </a:rPr>
              <a:t>RED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FD500763-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1299" y="5455529"/>
            <a:ext cx="75755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DARK</a:t>
            </a:r>
            <a:r>
              <a:rPr dirty="0" sz="650" spc="25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TERRACOTTA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FD500770-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48299" y="5455529"/>
            <a:ext cx="51117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CHOCOLATE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FD500767-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1299" y="7759246"/>
            <a:ext cx="553720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10">
                <a:solidFill>
                  <a:srgbClr val="231F20"/>
                </a:solidFill>
                <a:latin typeface="Trebuchet MS"/>
                <a:cs typeface="Trebuchet MS"/>
              </a:rPr>
              <a:t>FRENCH</a:t>
            </a:r>
            <a:r>
              <a:rPr dirty="0" sz="650" spc="2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231F20"/>
                </a:solidFill>
                <a:latin typeface="Trebuchet MS"/>
                <a:cs typeface="Trebuchet MS"/>
              </a:rPr>
              <a:t>GREY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FD500772-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57299" y="6607388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BLUESTONE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FD500761-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174100" y="6607247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GUNMETAL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FD500773-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1299" y="6607247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CHARCOAL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FD500766-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43999" y="6609026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GRANITE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FD500892-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163499" y="7759246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SLATE</a:t>
            </a:r>
            <a:r>
              <a:rPr dirty="0" sz="650" spc="15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231F20"/>
                </a:solidFill>
                <a:latin typeface="Trebuchet MS"/>
                <a:cs typeface="Trebuchet MS"/>
              </a:rPr>
              <a:t>GREY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FD500785-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543999" y="5445045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JET</a:t>
            </a:r>
            <a:r>
              <a:rPr dirty="0" sz="650" spc="-5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231F20"/>
                </a:solidFill>
                <a:latin typeface="Trebuchet MS"/>
                <a:cs typeface="Trebuchet MS"/>
              </a:rPr>
              <a:t>BLACK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FD500760-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74299" y="3176276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CREAM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FD500786-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46499" y="4328275"/>
            <a:ext cx="50355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SANDSTONE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FD500779-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540300" y="7763567"/>
            <a:ext cx="494665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 spc="-10">
                <a:solidFill>
                  <a:srgbClr val="231F20"/>
                </a:solidFill>
                <a:latin typeface="Trebuchet MS"/>
                <a:cs typeface="Trebuchet MS"/>
              </a:rPr>
              <a:t>BLUEGUM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FD500784-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60999" y="7759246"/>
            <a:ext cx="557530" cy="204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65"/>
              </a:lnSpc>
              <a:spcBef>
                <a:spcPts val="100"/>
              </a:spcBef>
            </a:pPr>
            <a:r>
              <a:rPr dirty="0" sz="650">
                <a:solidFill>
                  <a:srgbClr val="231F20"/>
                </a:solidFill>
                <a:latin typeface="Trebuchet MS"/>
                <a:cs typeface="Trebuchet MS"/>
              </a:rPr>
              <a:t>SILVER</a:t>
            </a:r>
            <a:r>
              <a:rPr dirty="0" sz="650" spc="-35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650" spc="40">
                <a:solidFill>
                  <a:srgbClr val="231F20"/>
                </a:solidFill>
                <a:latin typeface="Trebuchet MS"/>
                <a:cs typeface="Trebuchet MS"/>
              </a:rPr>
              <a:t>SANDS</a:t>
            </a:r>
            <a:endParaRPr sz="650">
              <a:latin typeface="Trebuchet MS"/>
              <a:cs typeface="Trebuchet MS"/>
            </a:endParaRPr>
          </a:p>
          <a:p>
            <a:pPr marL="12700">
              <a:lnSpc>
                <a:spcPts val="645"/>
              </a:lnSpc>
            </a:pPr>
            <a:r>
              <a:rPr dirty="0" sz="550">
                <a:solidFill>
                  <a:srgbClr val="231F20"/>
                </a:solidFill>
                <a:latin typeface="Trebuchet MS"/>
                <a:cs typeface="Trebuchet MS"/>
              </a:rPr>
              <a:t>FD500781-</a:t>
            </a:r>
            <a:r>
              <a:rPr dirty="0" sz="550" spc="-25">
                <a:solidFill>
                  <a:srgbClr val="231F20"/>
                </a:solidFill>
                <a:latin typeface="Trebuchet MS"/>
                <a:cs typeface="Trebuchet MS"/>
              </a:rPr>
              <a:t>1KG</a:t>
            </a:r>
            <a:endParaRPr sz="55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82300" y="9332012"/>
            <a:ext cx="3525520" cy="11360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0955" marR="334010">
              <a:lnSpc>
                <a:spcPct val="102600"/>
              </a:lnSpc>
              <a:spcBef>
                <a:spcPts val="80"/>
              </a:spcBef>
            </a:pP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Colours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shown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5">
                <a:solidFill>
                  <a:srgbClr val="6D6E71"/>
                </a:solidFill>
                <a:latin typeface="Trebuchet MS"/>
                <a:cs typeface="Trebuchet MS"/>
              </a:rPr>
              <a:t>are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intended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6D6E71"/>
                </a:solidFill>
                <a:latin typeface="Trebuchet MS"/>
                <a:cs typeface="Trebuchet MS"/>
              </a:rPr>
              <a:t>as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a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guide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60">
                <a:solidFill>
                  <a:srgbClr val="6D6E71"/>
                </a:solidFill>
                <a:latin typeface="Trebuchet MS"/>
                <a:cs typeface="Trebuchet MS"/>
              </a:rPr>
              <a:t>only.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Colours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may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5">
                <a:solidFill>
                  <a:srgbClr val="6D6E71"/>
                </a:solidFill>
                <a:latin typeface="Trebuchet MS"/>
                <a:cs typeface="Trebuchet MS"/>
              </a:rPr>
              <a:t>vary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from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batch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to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batch.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Variations</a:t>
            </a:r>
            <a:r>
              <a:rPr dirty="0" sz="650" spc="50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in</a:t>
            </a:r>
            <a:r>
              <a:rPr dirty="0" sz="650" spc="-6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colour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and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shading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may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also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occur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depending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6D6E71"/>
                </a:solidFill>
                <a:latin typeface="Trebuchet MS"/>
                <a:cs typeface="Trebuchet MS"/>
              </a:rPr>
              <a:t>on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the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job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conditions,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6D6E71"/>
                </a:solidFill>
                <a:latin typeface="Trebuchet MS"/>
                <a:cs typeface="Trebuchet MS"/>
              </a:rPr>
              <a:t>chosen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texture</a:t>
            </a:r>
            <a:r>
              <a:rPr dirty="0" sz="650" spc="-4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and</a:t>
            </a:r>
            <a:r>
              <a:rPr dirty="0" sz="650" spc="50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finishing practices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 employed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by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 your concrete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contractor.</a:t>
            </a:r>
            <a:endParaRPr sz="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650">
              <a:latin typeface="Trebuchet MS"/>
              <a:cs typeface="Trebuchet MS"/>
            </a:endParaRPr>
          </a:p>
          <a:p>
            <a:pPr marL="17780">
              <a:lnSpc>
                <a:spcPts val="1145"/>
              </a:lnSpc>
            </a:pPr>
            <a:r>
              <a:rPr dirty="0" sz="1000">
                <a:solidFill>
                  <a:srgbClr val="4C4D4F"/>
                </a:solidFill>
                <a:latin typeface="Trebuchet MS"/>
                <a:cs typeface="Trebuchet MS"/>
              </a:rPr>
              <a:t>Customer</a:t>
            </a:r>
            <a:r>
              <a:rPr dirty="0" sz="1000" spc="-85">
                <a:solidFill>
                  <a:srgbClr val="4C4D4F"/>
                </a:solidFill>
                <a:latin typeface="Trebuchet MS"/>
                <a:cs typeface="Trebuchet MS"/>
              </a:rPr>
              <a:t> </a:t>
            </a:r>
            <a:r>
              <a:rPr dirty="0" sz="1000" spc="-30">
                <a:solidFill>
                  <a:srgbClr val="4C4D4F"/>
                </a:solidFill>
                <a:latin typeface="Trebuchet MS"/>
                <a:cs typeface="Trebuchet MS"/>
              </a:rPr>
              <a:t>Service</a:t>
            </a:r>
            <a:r>
              <a:rPr dirty="0" sz="1000" spc="-85">
                <a:solidFill>
                  <a:srgbClr val="4C4D4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4C4D4F"/>
                </a:solidFill>
                <a:latin typeface="Trebuchet MS"/>
                <a:cs typeface="Trebuchet MS"/>
              </a:rPr>
              <a:t>1800</a:t>
            </a:r>
            <a:r>
              <a:rPr dirty="0" sz="1000" spc="-85">
                <a:solidFill>
                  <a:srgbClr val="4C4D4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4C4D4F"/>
                </a:solidFill>
                <a:latin typeface="Trebuchet MS"/>
                <a:cs typeface="Trebuchet MS"/>
              </a:rPr>
              <a:t>801</a:t>
            </a:r>
            <a:r>
              <a:rPr dirty="0" sz="1000" spc="-85">
                <a:solidFill>
                  <a:srgbClr val="4C4D4F"/>
                </a:solidFill>
                <a:latin typeface="Trebuchet MS"/>
                <a:cs typeface="Trebuchet MS"/>
              </a:rPr>
              <a:t> </a:t>
            </a:r>
            <a:r>
              <a:rPr dirty="0" sz="1000" spc="-25">
                <a:solidFill>
                  <a:srgbClr val="4C4D4F"/>
                </a:solidFill>
                <a:latin typeface="Trebuchet MS"/>
                <a:cs typeface="Trebuchet MS"/>
              </a:rPr>
              <a:t>108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1864"/>
              </a:lnSpc>
            </a:pPr>
            <a:r>
              <a:rPr dirty="0" sz="1600" spc="-25">
                <a:solidFill>
                  <a:srgbClr val="ED1C24"/>
                </a:solidFill>
                <a:latin typeface="Trebuchet MS"/>
                <a:cs typeface="Trebuchet MS"/>
              </a:rPr>
              <a:t>duluxavista.com.au</a:t>
            </a:r>
            <a:endParaRPr sz="1600">
              <a:latin typeface="Trebuchet MS"/>
              <a:cs typeface="Trebuchet MS"/>
            </a:endParaRPr>
          </a:p>
          <a:p>
            <a:pPr marL="21590">
              <a:lnSpc>
                <a:spcPct val="100000"/>
              </a:lnSpc>
              <a:spcBef>
                <a:spcPts val="955"/>
              </a:spcBef>
            </a:pP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®Avista</a:t>
            </a:r>
            <a:r>
              <a:rPr dirty="0" sz="650" spc="-5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is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a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registered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5">
                <a:solidFill>
                  <a:srgbClr val="6D6E71"/>
                </a:solidFill>
                <a:latin typeface="Trebuchet MS"/>
                <a:cs typeface="Trebuchet MS"/>
              </a:rPr>
              <a:t>trade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mark.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>
                <a:solidFill>
                  <a:srgbClr val="6D6E71"/>
                </a:solidFill>
                <a:latin typeface="Trebuchet MS"/>
                <a:cs typeface="Trebuchet MS"/>
              </a:rPr>
              <a:t>®Dulux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is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0">
                <a:solidFill>
                  <a:srgbClr val="6D6E71"/>
                </a:solidFill>
                <a:latin typeface="Trebuchet MS"/>
                <a:cs typeface="Trebuchet MS"/>
              </a:rPr>
              <a:t>a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registered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35">
                <a:solidFill>
                  <a:srgbClr val="6D6E71"/>
                </a:solidFill>
                <a:latin typeface="Trebuchet MS"/>
                <a:cs typeface="Trebuchet MS"/>
              </a:rPr>
              <a:t>trade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mark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of</a:t>
            </a:r>
            <a:r>
              <a:rPr dirty="0" sz="650" spc="-55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10">
                <a:solidFill>
                  <a:srgbClr val="6D6E71"/>
                </a:solidFill>
                <a:latin typeface="Trebuchet MS"/>
                <a:cs typeface="Trebuchet MS"/>
              </a:rPr>
              <a:t>DuluxGroup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40">
                <a:solidFill>
                  <a:srgbClr val="6D6E71"/>
                </a:solidFill>
                <a:latin typeface="Trebuchet MS"/>
                <a:cs typeface="Trebuchet MS"/>
              </a:rPr>
              <a:t>(Australia)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5">
                <a:solidFill>
                  <a:srgbClr val="6D6E71"/>
                </a:solidFill>
                <a:latin typeface="Trebuchet MS"/>
                <a:cs typeface="Trebuchet MS"/>
              </a:rPr>
              <a:t>Pty</a:t>
            </a:r>
            <a:r>
              <a:rPr dirty="0" sz="650" spc="-50">
                <a:solidFill>
                  <a:srgbClr val="6D6E71"/>
                </a:solidFill>
                <a:latin typeface="Trebuchet MS"/>
                <a:cs typeface="Trebuchet MS"/>
              </a:rPr>
              <a:t> </a:t>
            </a:r>
            <a:r>
              <a:rPr dirty="0" sz="650" spc="-20">
                <a:solidFill>
                  <a:srgbClr val="6D6E71"/>
                </a:solidFill>
                <a:latin typeface="Trebuchet MS"/>
                <a:cs typeface="Trebuchet MS"/>
              </a:rPr>
              <a:t>Ltd.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453875" y="954150"/>
            <a:ext cx="1358265" cy="330835"/>
          </a:xfrm>
          <a:custGeom>
            <a:avLst/>
            <a:gdLst/>
            <a:ahLst/>
            <a:cxnLst/>
            <a:rect l="l" t="t" r="r" b="b"/>
            <a:pathLst>
              <a:path w="1358265" h="330834">
                <a:moveTo>
                  <a:pt x="321640" y="326682"/>
                </a:moveTo>
                <a:lnTo>
                  <a:pt x="160794" y="914"/>
                </a:lnTo>
                <a:lnTo>
                  <a:pt x="0" y="326682"/>
                </a:lnTo>
                <a:lnTo>
                  <a:pt x="60972" y="326682"/>
                </a:lnTo>
                <a:lnTo>
                  <a:pt x="79870" y="288747"/>
                </a:lnTo>
                <a:lnTo>
                  <a:pt x="218211" y="288759"/>
                </a:lnTo>
                <a:lnTo>
                  <a:pt x="191185" y="233921"/>
                </a:lnTo>
                <a:lnTo>
                  <a:pt x="107048" y="233807"/>
                </a:lnTo>
                <a:lnTo>
                  <a:pt x="160832" y="124929"/>
                </a:lnTo>
                <a:lnTo>
                  <a:pt x="260438" y="326682"/>
                </a:lnTo>
                <a:lnTo>
                  <a:pt x="321640" y="326682"/>
                </a:lnTo>
                <a:close/>
              </a:path>
              <a:path w="1358265" h="330834">
                <a:moveTo>
                  <a:pt x="538086" y="4140"/>
                </a:moveTo>
                <a:lnTo>
                  <a:pt x="472338" y="4140"/>
                </a:lnTo>
                <a:lnTo>
                  <a:pt x="377863" y="195681"/>
                </a:lnTo>
                <a:lnTo>
                  <a:pt x="283222" y="4140"/>
                </a:lnTo>
                <a:lnTo>
                  <a:pt x="217601" y="4140"/>
                </a:lnTo>
                <a:lnTo>
                  <a:pt x="377888" y="330746"/>
                </a:lnTo>
                <a:lnTo>
                  <a:pt x="538086" y="4140"/>
                </a:lnTo>
                <a:close/>
              </a:path>
              <a:path w="1358265" h="330834">
                <a:moveTo>
                  <a:pt x="605332" y="3517"/>
                </a:moveTo>
                <a:lnTo>
                  <a:pt x="551586" y="3517"/>
                </a:lnTo>
                <a:lnTo>
                  <a:pt x="551586" y="324726"/>
                </a:lnTo>
                <a:lnTo>
                  <a:pt x="605332" y="324726"/>
                </a:lnTo>
                <a:lnTo>
                  <a:pt x="605332" y="3517"/>
                </a:lnTo>
                <a:close/>
              </a:path>
              <a:path w="1358265" h="330834">
                <a:moveTo>
                  <a:pt x="867803" y="222910"/>
                </a:moveTo>
                <a:lnTo>
                  <a:pt x="849528" y="175691"/>
                </a:lnTo>
                <a:lnTo>
                  <a:pt x="789444" y="143459"/>
                </a:lnTo>
                <a:lnTo>
                  <a:pt x="727659" y="133997"/>
                </a:lnTo>
                <a:lnTo>
                  <a:pt x="707047" y="128460"/>
                </a:lnTo>
                <a:lnTo>
                  <a:pt x="692912" y="118630"/>
                </a:lnTo>
                <a:lnTo>
                  <a:pt x="686917" y="102603"/>
                </a:lnTo>
                <a:lnTo>
                  <a:pt x="686866" y="95338"/>
                </a:lnTo>
                <a:lnTo>
                  <a:pt x="687946" y="88633"/>
                </a:lnTo>
                <a:lnTo>
                  <a:pt x="729602" y="57429"/>
                </a:lnTo>
                <a:lnTo>
                  <a:pt x="747369" y="55664"/>
                </a:lnTo>
                <a:lnTo>
                  <a:pt x="765873" y="57772"/>
                </a:lnTo>
                <a:lnTo>
                  <a:pt x="783094" y="64236"/>
                </a:lnTo>
                <a:lnTo>
                  <a:pt x="796747" y="75323"/>
                </a:lnTo>
                <a:lnTo>
                  <a:pt x="804545" y="91249"/>
                </a:lnTo>
                <a:lnTo>
                  <a:pt x="805472" y="95478"/>
                </a:lnTo>
                <a:lnTo>
                  <a:pt x="860107" y="93357"/>
                </a:lnTo>
                <a:lnTo>
                  <a:pt x="829017" y="29489"/>
                </a:lnTo>
                <a:lnTo>
                  <a:pt x="795540" y="9105"/>
                </a:lnTo>
                <a:lnTo>
                  <a:pt x="748118" y="1206"/>
                </a:lnTo>
                <a:lnTo>
                  <a:pt x="718705" y="4229"/>
                </a:lnTo>
                <a:lnTo>
                  <a:pt x="668045" y="26543"/>
                </a:lnTo>
                <a:lnTo>
                  <a:pt x="640676" y="58724"/>
                </a:lnTo>
                <a:lnTo>
                  <a:pt x="631583" y="107492"/>
                </a:lnTo>
                <a:lnTo>
                  <a:pt x="646696" y="151409"/>
                </a:lnTo>
                <a:lnTo>
                  <a:pt x="677049" y="176237"/>
                </a:lnTo>
                <a:lnTo>
                  <a:pt x="713447" y="187934"/>
                </a:lnTo>
                <a:lnTo>
                  <a:pt x="746709" y="192430"/>
                </a:lnTo>
                <a:lnTo>
                  <a:pt x="769810" y="195262"/>
                </a:lnTo>
                <a:lnTo>
                  <a:pt x="789292" y="199796"/>
                </a:lnTo>
                <a:lnTo>
                  <a:pt x="803490" y="207314"/>
                </a:lnTo>
                <a:lnTo>
                  <a:pt x="810768" y="219163"/>
                </a:lnTo>
                <a:lnTo>
                  <a:pt x="811580" y="222808"/>
                </a:lnTo>
                <a:lnTo>
                  <a:pt x="811987" y="226009"/>
                </a:lnTo>
                <a:lnTo>
                  <a:pt x="811987" y="228701"/>
                </a:lnTo>
                <a:lnTo>
                  <a:pt x="806246" y="247713"/>
                </a:lnTo>
                <a:lnTo>
                  <a:pt x="791286" y="262064"/>
                </a:lnTo>
                <a:lnTo>
                  <a:pt x="770483" y="271145"/>
                </a:lnTo>
                <a:lnTo>
                  <a:pt x="747229" y="274307"/>
                </a:lnTo>
                <a:lnTo>
                  <a:pt x="725893" y="271614"/>
                </a:lnTo>
                <a:lnTo>
                  <a:pt x="706501" y="263842"/>
                </a:lnTo>
                <a:lnTo>
                  <a:pt x="691946" y="251434"/>
                </a:lnTo>
                <a:lnTo>
                  <a:pt x="685012" y="234848"/>
                </a:lnTo>
                <a:lnTo>
                  <a:pt x="684364" y="225171"/>
                </a:lnTo>
                <a:lnTo>
                  <a:pt x="628599" y="226288"/>
                </a:lnTo>
                <a:lnTo>
                  <a:pt x="642861" y="278587"/>
                </a:lnTo>
                <a:lnTo>
                  <a:pt x="670661" y="306438"/>
                </a:lnTo>
                <a:lnTo>
                  <a:pt x="707161" y="323469"/>
                </a:lnTo>
                <a:lnTo>
                  <a:pt x="746798" y="329234"/>
                </a:lnTo>
                <a:lnTo>
                  <a:pt x="790803" y="322402"/>
                </a:lnTo>
                <a:lnTo>
                  <a:pt x="829602" y="302679"/>
                </a:lnTo>
                <a:lnTo>
                  <a:pt x="857262" y="271221"/>
                </a:lnTo>
                <a:lnTo>
                  <a:pt x="867803" y="229158"/>
                </a:lnTo>
                <a:lnTo>
                  <a:pt x="867803" y="222910"/>
                </a:lnTo>
                <a:close/>
              </a:path>
              <a:path w="1358265" h="330834">
                <a:moveTo>
                  <a:pt x="1008329" y="72212"/>
                </a:moveTo>
                <a:lnTo>
                  <a:pt x="954608" y="72212"/>
                </a:lnTo>
                <a:lnTo>
                  <a:pt x="954608" y="326821"/>
                </a:lnTo>
                <a:lnTo>
                  <a:pt x="1008329" y="326821"/>
                </a:lnTo>
                <a:lnTo>
                  <a:pt x="1008329" y="72212"/>
                </a:lnTo>
                <a:close/>
              </a:path>
              <a:path w="1358265" h="330834">
                <a:moveTo>
                  <a:pt x="1099515" y="3848"/>
                </a:moveTo>
                <a:lnTo>
                  <a:pt x="862952" y="3848"/>
                </a:lnTo>
                <a:lnTo>
                  <a:pt x="862952" y="58000"/>
                </a:lnTo>
                <a:lnTo>
                  <a:pt x="1099515" y="58000"/>
                </a:lnTo>
                <a:lnTo>
                  <a:pt x="1099515" y="3848"/>
                </a:lnTo>
                <a:close/>
              </a:path>
              <a:path w="1358265" h="330834">
                <a:moveTo>
                  <a:pt x="1255966" y="24307"/>
                </a:moveTo>
                <a:lnTo>
                  <a:pt x="1252499" y="18313"/>
                </a:lnTo>
                <a:lnTo>
                  <a:pt x="1252080" y="17602"/>
                </a:lnTo>
                <a:lnTo>
                  <a:pt x="1252994" y="17132"/>
                </a:lnTo>
                <a:lnTo>
                  <a:pt x="1254785" y="11963"/>
                </a:lnTo>
                <a:lnTo>
                  <a:pt x="1254645" y="11569"/>
                </a:lnTo>
                <a:lnTo>
                  <a:pt x="1250670" y="8191"/>
                </a:lnTo>
                <a:lnTo>
                  <a:pt x="1250670" y="12141"/>
                </a:lnTo>
                <a:lnTo>
                  <a:pt x="1250632" y="13919"/>
                </a:lnTo>
                <a:lnTo>
                  <a:pt x="1250530" y="14211"/>
                </a:lnTo>
                <a:lnTo>
                  <a:pt x="1249934" y="14833"/>
                </a:lnTo>
                <a:lnTo>
                  <a:pt x="1249400" y="14986"/>
                </a:lnTo>
                <a:lnTo>
                  <a:pt x="1246085" y="14986"/>
                </a:lnTo>
                <a:lnTo>
                  <a:pt x="1246085" y="11569"/>
                </a:lnTo>
                <a:lnTo>
                  <a:pt x="1249984" y="11569"/>
                </a:lnTo>
                <a:lnTo>
                  <a:pt x="1250670" y="12141"/>
                </a:lnTo>
                <a:lnTo>
                  <a:pt x="1250670" y="8191"/>
                </a:lnTo>
                <a:lnTo>
                  <a:pt x="1249883" y="8051"/>
                </a:lnTo>
                <a:lnTo>
                  <a:pt x="1241907" y="8051"/>
                </a:lnTo>
                <a:lnTo>
                  <a:pt x="1241907" y="24307"/>
                </a:lnTo>
                <a:lnTo>
                  <a:pt x="1246085" y="24307"/>
                </a:lnTo>
                <a:lnTo>
                  <a:pt x="1246085" y="18313"/>
                </a:lnTo>
                <a:lnTo>
                  <a:pt x="1247863" y="18313"/>
                </a:lnTo>
                <a:lnTo>
                  <a:pt x="1251178" y="24117"/>
                </a:lnTo>
                <a:lnTo>
                  <a:pt x="1251280" y="24307"/>
                </a:lnTo>
                <a:lnTo>
                  <a:pt x="1255966" y="24307"/>
                </a:lnTo>
                <a:close/>
              </a:path>
              <a:path w="1358265" h="330834">
                <a:moveTo>
                  <a:pt x="1264450" y="18618"/>
                </a:moveTo>
                <a:lnTo>
                  <a:pt x="1260144" y="5168"/>
                </a:lnTo>
                <a:lnTo>
                  <a:pt x="1260144" y="18618"/>
                </a:lnTo>
                <a:lnTo>
                  <a:pt x="1259928" y="19773"/>
                </a:lnTo>
                <a:lnTo>
                  <a:pt x="1249908" y="28803"/>
                </a:lnTo>
                <a:lnTo>
                  <a:pt x="1246479" y="28803"/>
                </a:lnTo>
                <a:lnTo>
                  <a:pt x="1236243" y="18618"/>
                </a:lnTo>
                <a:lnTo>
                  <a:pt x="1236281" y="13919"/>
                </a:lnTo>
                <a:lnTo>
                  <a:pt x="1246517" y="3886"/>
                </a:lnTo>
                <a:lnTo>
                  <a:pt x="1249921" y="3886"/>
                </a:lnTo>
                <a:lnTo>
                  <a:pt x="1260144" y="18618"/>
                </a:lnTo>
                <a:lnTo>
                  <a:pt x="1260144" y="5168"/>
                </a:lnTo>
                <a:lnTo>
                  <a:pt x="1250518" y="0"/>
                </a:lnTo>
                <a:lnTo>
                  <a:pt x="1245958" y="0"/>
                </a:lnTo>
                <a:lnTo>
                  <a:pt x="1231988" y="18618"/>
                </a:lnTo>
                <a:lnTo>
                  <a:pt x="1232408" y="20751"/>
                </a:lnTo>
                <a:lnTo>
                  <a:pt x="1234097" y="24714"/>
                </a:lnTo>
                <a:lnTo>
                  <a:pt x="1235163" y="26327"/>
                </a:lnTo>
                <a:lnTo>
                  <a:pt x="1235240" y="26454"/>
                </a:lnTo>
                <a:lnTo>
                  <a:pt x="1238135" y="29425"/>
                </a:lnTo>
                <a:lnTo>
                  <a:pt x="1239850" y="30581"/>
                </a:lnTo>
                <a:lnTo>
                  <a:pt x="1243787" y="32270"/>
                </a:lnTo>
                <a:lnTo>
                  <a:pt x="1245908" y="32689"/>
                </a:lnTo>
                <a:lnTo>
                  <a:pt x="1250467" y="32689"/>
                </a:lnTo>
                <a:lnTo>
                  <a:pt x="1264031" y="20751"/>
                </a:lnTo>
                <a:lnTo>
                  <a:pt x="1264450" y="18618"/>
                </a:lnTo>
                <a:close/>
              </a:path>
              <a:path w="1358265" h="330834">
                <a:moveTo>
                  <a:pt x="1357655" y="325894"/>
                </a:moveTo>
                <a:lnTo>
                  <a:pt x="1196809" y="127"/>
                </a:lnTo>
                <a:lnTo>
                  <a:pt x="1036015" y="325894"/>
                </a:lnTo>
                <a:lnTo>
                  <a:pt x="1096975" y="325894"/>
                </a:lnTo>
                <a:lnTo>
                  <a:pt x="1115885" y="287959"/>
                </a:lnTo>
                <a:lnTo>
                  <a:pt x="1254226" y="287972"/>
                </a:lnTo>
                <a:lnTo>
                  <a:pt x="1227201" y="233146"/>
                </a:lnTo>
                <a:lnTo>
                  <a:pt x="1143063" y="233032"/>
                </a:lnTo>
                <a:lnTo>
                  <a:pt x="1196848" y="124142"/>
                </a:lnTo>
                <a:lnTo>
                  <a:pt x="1296454" y="325894"/>
                </a:lnTo>
                <a:lnTo>
                  <a:pt x="1357655" y="325894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5208968" y="295440"/>
            <a:ext cx="1847850" cy="549910"/>
            <a:chOff x="5208968" y="295440"/>
            <a:chExt cx="1847850" cy="549910"/>
          </a:xfrm>
        </p:grpSpPr>
        <p:sp>
          <p:nvSpPr>
            <p:cNvPr id="27" name="object 27" descr=""/>
            <p:cNvSpPr/>
            <p:nvPr/>
          </p:nvSpPr>
          <p:spPr>
            <a:xfrm>
              <a:off x="5208968" y="295440"/>
              <a:ext cx="1847850" cy="516255"/>
            </a:xfrm>
            <a:custGeom>
              <a:avLst/>
              <a:gdLst/>
              <a:ahLst/>
              <a:cxnLst/>
              <a:rect l="l" t="t" r="r" b="b"/>
              <a:pathLst>
                <a:path w="1847850" h="516255">
                  <a:moveTo>
                    <a:pt x="1847469" y="0"/>
                  </a:moveTo>
                  <a:lnTo>
                    <a:pt x="0" y="0"/>
                  </a:lnTo>
                  <a:lnTo>
                    <a:pt x="0" y="515759"/>
                  </a:lnTo>
                  <a:lnTo>
                    <a:pt x="1847469" y="515759"/>
                  </a:lnTo>
                  <a:lnTo>
                    <a:pt x="1847469" y="0"/>
                  </a:lnTo>
                  <a:close/>
                </a:path>
              </a:pathLst>
            </a:custGeom>
            <a:solidFill>
              <a:srgbClr val="0027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208968" y="809980"/>
              <a:ext cx="1847850" cy="34925"/>
            </a:xfrm>
            <a:custGeom>
              <a:avLst/>
              <a:gdLst/>
              <a:ahLst/>
              <a:cxnLst/>
              <a:rect l="l" t="t" r="r" b="b"/>
              <a:pathLst>
                <a:path w="1847850" h="34925">
                  <a:moveTo>
                    <a:pt x="1847469" y="0"/>
                  </a:moveTo>
                  <a:lnTo>
                    <a:pt x="0" y="0"/>
                  </a:lnTo>
                  <a:lnTo>
                    <a:pt x="0" y="34836"/>
                  </a:lnTo>
                  <a:lnTo>
                    <a:pt x="1847469" y="34836"/>
                  </a:lnTo>
                  <a:lnTo>
                    <a:pt x="1847469" y="0"/>
                  </a:lnTo>
                  <a:close/>
                </a:path>
              </a:pathLst>
            </a:custGeom>
            <a:solidFill>
              <a:srgbClr val="ED1C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477992" y="382409"/>
              <a:ext cx="1360170" cy="330200"/>
            </a:xfrm>
            <a:custGeom>
              <a:avLst/>
              <a:gdLst/>
              <a:ahLst/>
              <a:cxnLst/>
              <a:rect l="l" t="t" r="r" b="b"/>
              <a:pathLst>
                <a:path w="1360170" h="330200">
                  <a:moveTo>
                    <a:pt x="364223" y="95427"/>
                  </a:moveTo>
                  <a:lnTo>
                    <a:pt x="362572" y="78562"/>
                  </a:lnTo>
                  <a:lnTo>
                    <a:pt x="357428" y="65049"/>
                  </a:lnTo>
                  <a:lnTo>
                    <a:pt x="357352" y="64833"/>
                  </a:lnTo>
                  <a:lnTo>
                    <a:pt x="332409" y="28956"/>
                  </a:lnTo>
                  <a:lnTo>
                    <a:pt x="288899" y="1739"/>
                  </a:lnTo>
                  <a:lnTo>
                    <a:pt x="255320" y="0"/>
                  </a:lnTo>
                  <a:lnTo>
                    <a:pt x="254012" y="76"/>
                  </a:lnTo>
                  <a:lnTo>
                    <a:pt x="254012" y="122732"/>
                  </a:lnTo>
                  <a:lnTo>
                    <a:pt x="252272" y="145376"/>
                  </a:lnTo>
                  <a:lnTo>
                    <a:pt x="245402" y="185635"/>
                  </a:lnTo>
                  <a:lnTo>
                    <a:pt x="232283" y="228307"/>
                  </a:lnTo>
                  <a:lnTo>
                    <a:pt x="189445" y="260362"/>
                  </a:lnTo>
                  <a:lnTo>
                    <a:pt x="120865" y="263423"/>
                  </a:lnTo>
                  <a:lnTo>
                    <a:pt x="154216" y="65430"/>
                  </a:lnTo>
                  <a:lnTo>
                    <a:pt x="165950" y="64833"/>
                  </a:lnTo>
                  <a:lnTo>
                    <a:pt x="192900" y="65049"/>
                  </a:lnTo>
                  <a:lnTo>
                    <a:pt x="222643" y="69100"/>
                  </a:lnTo>
                  <a:lnTo>
                    <a:pt x="242798" y="80022"/>
                  </a:lnTo>
                  <a:lnTo>
                    <a:pt x="251714" y="100101"/>
                  </a:lnTo>
                  <a:lnTo>
                    <a:pt x="254012" y="122732"/>
                  </a:lnTo>
                  <a:lnTo>
                    <a:pt x="254012" y="76"/>
                  </a:lnTo>
                  <a:lnTo>
                    <a:pt x="196938" y="2908"/>
                  </a:lnTo>
                  <a:lnTo>
                    <a:pt x="60439" y="2908"/>
                  </a:lnTo>
                  <a:lnTo>
                    <a:pt x="0" y="325234"/>
                  </a:lnTo>
                  <a:lnTo>
                    <a:pt x="151091" y="325234"/>
                  </a:lnTo>
                  <a:lnTo>
                    <a:pt x="160108" y="325386"/>
                  </a:lnTo>
                  <a:lnTo>
                    <a:pt x="184099" y="324408"/>
                  </a:lnTo>
                  <a:lnTo>
                    <a:pt x="258432" y="310311"/>
                  </a:lnTo>
                  <a:lnTo>
                    <a:pt x="299859" y="296202"/>
                  </a:lnTo>
                  <a:lnTo>
                    <a:pt x="333298" y="264883"/>
                  </a:lnTo>
                  <a:lnTo>
                    <a:pt x="333641" y="263423"/>
                  </a:lnTo>
                  <a:lnTo>
                    <a:pt x="340741" y="233197"/>
                  </a:lnTo>
                  <a:lnTo>
                    <a:pt x="351942" y="183972"/>
                  </a:lnTo>
                  <a:lnTo>
                    <a:pt x="360565" y="133934"/>
                  </a:lnTo>
                  <a:lnTo>
                    <a:pt x="363664" y="101904"/>
                  </a:lnTo>
                  <a:lnTo>
                    <a:pt x="364223" y="95427"/>
                  </a:lnTo>
                  <a:close/>
                </a:path>
                <a:path w="1360170" h="330200">
                  <a:moveTo>
                    <a:pt x="642924" y="95656"/>
                  </a:moveTo>
                  <a:lnTo>
                    <a:pt x="546023" y="95656"/>
                  </a:lnTo>
                  <a:lnTo>
                    <a:pt x="517880" y="247789"/>
                  </a:lnTo>
                  <a:lnTo>
                    <a:pt x="515670" y="265264"/>
                  </a:lnTo>
                  <a:lnTo>
                    <a:pt x="511454" y="274231"/>
                  </a:lnTo>
                  <a:lnTo>
                    <a:pt x="502119" y="277545"/>
                  </a:lnTo>
                  <a:lnTo>
                    <a:pt x="484543" y="278015"/>
                  </a:lnTo>
                  <a:lnTo>
                    <a:pt x="465467" y="273291"/>
                  </a:lnTo>
                  <a:lnTo>
                    <a:pt x="457796" y="262902"/>
                  </a:lnTo>
                  <a:lnTo>
                    <a:pt x="456730" y="252514"/>
                  </a:lnTo>
                  <a:lnTo>
                    <a:pt x="484543" y="95656"/>
                  </a:lnTo>
                  <a:lnTo>
                    <a:pt x="389712" y="95656"/>
                  </a:lnTo>
                  <a:lnTo>
                    <a:pt x="360540" y="249872"/>
                  </a:lnTo>
                  <a:lnTo>
                    <a:pt x="353199" y="275463"/>
                  </a:lnTo>
                  <a:lnTo>
                    <a:pt x="352717" y="290512"/>
                  </a:lnTo>
                  <a:lnTo>
                    <a:pt x="406425" y="323088"/>
                  </a:lnTo>
                  <a:lnTo>
                    <a:pt x="456806" y="329984"/>
                  </a:lnTo>
                  <a:lnTo>
                    <a:pt x="465785" y="330111"/>
                  </a:lnTo>
                  <a:lnTo>
                    <a:pt x="491591" y="328790"/>
                  </a:lnTo>
                  <a:lnTo>
                    <a:pt x="508114" y="327380"/>
                  </a:lnTo>
                  <a:lnTo>
                    <a:pt x="522490" y="324980"/>
                  </a:lnTo>
                  <a:lnTo>
                    <a:pt x="541845" y="320738"/>
                  </a:lnTo>
                  <a:lnTo>
                    <a:pt x="565073" y="316674"/>
                  </a:lnTo>
                  <a:lnTo>
                    <a:pt x="584695" y="314871"/>
                  </a:lnTo>
                  <a:lnTo>
                    <a:pt x="598258" y="314439"/>
                  </a:lnTo>
                  <a:lnTo>
                    <a:pt x="603326" y="314490"/>
                  </a:lnTo>
                  <a:lnTo>
                    <a:pt x="642924" y="95656"/>
                  </a:lnTo>
                  <a:close/>
                </a:path>
                <a:path w="1360170" h="330200">
                  <a:moveTo>
                    <a:pt x="776300" y="2908"/>
                  </a:moveTo>
                  <a:lnTo>
                    <a:pt x="681469" y="2908"/>
                  </a:lnTo>
                  <a:lnTo>
                    <a:pt x="622084" y="325247"/>
                  </a:lnTo>
                  <a:lnTo>
                    <a:pt x="718972" y="325247"/>
                  </a:lnTo>
                  <a:lnTo>
                    <a:pt x="776300" y="2908"/>
                  </a:lnTo>
                  <a:close/>
                </a:path>
                <a:path w="1360170" h="330200">
                  <a:moveTo>
                    <a:pt x="1034453" y="95656"/>
                  </a:moveTo>
                  <a:lnTo>
                    <a:pt x="937552" y="95656"/>
                  </a:lnTo>
                  <a:lnTo>
                    <a:pt x="906310" y="265264"/>
                  </a:lnTo>
                  <a:lnTo>
                    <a:pt x="901801" y="274231"/>
                  </a:lnTo>
                  <a:lnTo>
                    <a:pt x="892771" y="277545"/>
                  </a:lnTo>
                  <a:lnTo>
                    <a:pt x="876071" y="278015"/>
                  </a:lnTo>
                  <a:lnTo>
                    <a:pt x="857072" y="273291"/>
                  </a:lnTo>
                  <a:lnTo>
                    <a:pt x="849401" y="262902"/>
                  </a:lnTo>
                  <a:lnTo>
                    <a:pt x="848296" y="252514"/>
                  </a:lnTo>
                  <a:lnTo>
                    <a:pt x="848982" y="247789"/>
                  </a:lnTo>
                  <a:lnTo>
                    <a:pt x="876071" y="95656"/>
                  </a:lnTo>
                  <a:lnTo>
                    <a:pt x="781240" y="95656"/>
                  </a:lnTo>
                  <a:lnTo>
                    <a:pt x="752068" y="249872"/>
                  </a:lnTo>
                  <a:lnTo>
                    <a:pt x="744740" y="275463"/>
                  </a:lnTo>
                  <a:lnTo>
                    <a:pt x="744258" y="290512"/>
                  </a:lnTo>
                  <a:lnTo>
                    <a:pt x="797979" y="323088"/>
                  </a:lnTo>
                  <a:lnTo>
                    <a:pt x="848347" y="329984"/>
                  </a:lnTo>
                  <a:lnTo>
                    <a:pt x="857313" y="330111"/>
                  </a:lnTo>
                  <a:lnTo>
                    <a:pt x="883132" y="328790"/>
                  </a:lnTo>
                  <a:lnTo>
                    <a:pt x="899655" y="327380"/>
                  </a:lnTo>
                  <a:lnTo>
                    <a:pt x="914031" y="324980"/>
                  </a:lnTo>
                  <a:lnTo>
                    <a:pt x="933386" y="320738"/>
                  </a:lnTo>
                  <a:lnTo>
                    <a:pt x="956614" y="316674"/>
                  </a:lnTo>
                  <a:lnTo>
                    <a:pt x="976236" y="314871"/>
                  </a:lnTo>
                  <a:lnTo>
                    <a:pt x="989799" y="314439"/>
                  </a:lnTo>
                  <a:lnTo>
                    <a:pt x="994854" y="314490"/>
                  </a:lnTo>
                  <a:lnTo>
                    <a:pt x="1034453" y="95656"/>
                  </a:lnTo>
                  <a:close/>
                </a:path>
                <a:path w="1360170" h="330200">
                  <a:moveTo>
                    <a:pt x="1308773" y="95656"/>
                  </a:moveTo>
                  <a:lnTo>
                    <a:pt x="1227493" y="95656"/>
                  </a:lnTo>
                  <a:lnTo>
                    <a:pt x="1179576" y="156095"/>
                  </a:lnTo>
                  <a:lnTo>
                    <a:pt x="1156639" y="95656"/>
                  </a:lnTo>
                  <a:lnTo>
                    <a:pt x="1049312" y="95656"/>
                  </a:lnTo>
                  <a:lnTo>
                    <a:pt x="1094117" y="207162"/>
                  </a:lnTo>
                  <a:lnTo>
                    <a:pt x="1001382" y="325247"/>
                  </a:lnTo>
                  <a:lnTo>
                    <a:pt x="1086827" y="325247"/>
                  </a:lnTo>
                  <a:lnTo>
                    <a:pt x="1137894" y="260299"/>
                  </a:lnTo>
                  <a:lnTo>
                    <a:pt x="1164983" y="325247"/>
                  </a:lnTo>
                  <a:lnTo>
                    <a:pt x="1273340" y="325247"/>
                  </a:lnTo>
                  <a:lnTo>
                    <a:pt x="1224368" y="206133"/>
                  </a:lnTo>
                  <a:lnTo>
                    <a:pt x="1308773" y="95656"/>
                  </a:lnTo>
                  <a:close/>
                </a:path>
                <a:path w="1360170" h="330200">
                  <a:moveTo>
                    <a:pt x="1349336" y="126504"/>
                  </a:moveTo>
                  <a:lnTo>
                    <a:pt x="1344663" y="117221"/>
                  </a:lnTo>
                  <a:lnTo>
                    <a:pt x="1344155" y="116217"/>
                  </a:lnTo>
                  <a:lnTo>
                    <a:pt x="1347292" y="115290"/>
                  </a:lnTo>
                  <a:lnTo>
                    <a:pt x="1348752" y="113423"/>
                  </a:lnTo>
                  <a:lnTo>
                    <a:pt x="1349121" y="112953"/>
                  </a:lnTo>
                  <a:lnTo>
                    <a:pt x="1349121" y="107175"/>
                  </a:lnTo>
                  <a:lnTo>
                    <a:pt x="1349121" y="105549"/>
                  </a:lnTo>
                  <a:lnTo>
                    <a:pt x="1345730" y="103149"/>
                  </a:lnTo>
                  <a:lnTo>
                    <a:pt x="1342517" y="103149"/>
                  </a:lnTo>
                  <a:lnTo>
                    <a:pt x="1342517" y="108115"/>
                  </a:lnTo>
                  <a:lnTo>
                    <a:pt x="1342517" y="112433"/>
                  </a:lnTo>
                  <a:lnTo>
                    <a:pt x="1341107" y="113423"/>
                  </a:lnTo>
                  <a:lnTo>
                    <a:pt x="1336040" y="113423"/>
                  </a:lnTo>
                  <a:lnTo>
                    <a:pt x="1336040" y="107175"/>
                  </a:lnTo>
                  <a:lnTo>
                    <a:pt x="1341043" y="107175"/>
                  </a:lnTo>
                  <a:lnTo>
                    <a:pt x="1342517" y="108115"/>
                  </a:lnTo>
                  <a:lnTo>
                    <a:pt x="1342517" y="103149"/>
                  </a:lnTo>
                  <a:lnTo>
                    <a:pt x="1329613" y="103149"/>
                  </a:lnTo>
                  <a:lnTo>
                    <a:pt x="1329613" y="126504"/>
                  </a:lnTo>
                  <a:lnTo>
                    <a:pt x="1336040" y="126504"/>
                  </a:lnTo>
                  <a:lnTo>
                    <a:pt x="1336040" y="117221"/>
                  </a:lnTo>
                  <a:lnTo>
                    <a:pt x="1337906" y="117221"/>
                  </a:lnTo>
                  <a:lnTo>
                    <a:pt x="1342288" y="126504"/>
                  </a:lnTo>
                  <a:lnTo>
                    <a:pt x="1349336" y="126504"/>
                  </a:lnTo>
                  <a:close/>
                </a:path>
                <a:path w="1360170" h="330200">
                  <a:moveTo>
                    <a:pt x="1359903" y="109626"/>
                  </a:moveTo>
                  <a:lnTo>
                    <a:pt x="1357858" y="104381"/>
                  </a:lnTo>
                  <a:lnTo>
                    <a:pt x="1356067" y="102552"/>
                  </a:lnTo>
                  <a:lnTo>
                    <a:pt x="1356067" y="110617"/>
                  </a:lnTo>
                  <a:lnTo>
                    <a:pt x="1356067" y="120078"/>
                  </a:lnTo>
                  <a:lnTo>
                    <a:pt x="1354264" y="124460"/>
                  </a:lnTo>
                  <a:lnTo>
                    <a:pt x="1350911" y="127660"/>
                  </a:lnTo>
                  <a:lnTo>
                    <a:pt x="1347533" y="130924"/>
                  </a:lnTo>
                  <a:lnTo>
                    <a:pt x="1343164" y="132676"/>
                  </a:lnTo>
                  <a:lnTo>
                    <a:pt x="1333931" y="132676"/>
                  </a:lnTo>
                  <a:lnTo>
                    <a:pt x="1329829" y="130924"/>
                  </a:lnTo>
                  <a:lnTo>
                    <a:pt x="1329677" y="130924"/>
                  </a:lnTo>
                  <a:lnTo>
                    <a:pt x="1326235" y="127381"/>
                  </a:lnTo>
                  <a:lnTo>
                    <a:pt x="1322959" y="124040"/>
                  </a:lnTo>
                  <a:lnTo>
                    <a:pt x="1321384" y="120078"/>
                  </a:lnTo>
                  <a:lnTo>
                    <a:pt x="1321282" y="110617"/>
                  </a:lnTo>
                  <a:lnTo>
                    <a:pt x="1323009" y="106375"/>
                  </a:lnTo>
                  <a:lnTo>
                    <a:pt x="1323086" y="106172"/>
                  </a:lnTo>
                  <a:lnTo>
                    <a:pt x="1329690" y="99644"/>
                  </a:lnTo>
                  <a:lnTo>
                    <a:pt x="1329524" y="99644"/>
                  </a:lnTo>
                  <a:lnTo>
                    <a:pt x="1333931" y="97828"/>
                  </a:lnTo>
                  <a:lnTo>
                    <a:pt x="1343444" y="97828"/>
                  </a:lnTo>
                  <a:lnTo>
                    <a:pt x="1347762" y="99644"/>
                  </a:lnTo>
                  <a:lnTo>
                    <a:pt x="1354366" y="106375"/>
                  </a:lnTo>
                  <a:lnTo>
                    <a:pt x="1356067" y="110617"/>
                  </a:lnTo>
                  <a:lnTo>
                    <a:pt x="1356067" y="102552"/>
                  </a:lnTo>
                  <a:lnTo>
                    <a:pt x="1351457" y="97828"/>
                  </a:lnTo>
                  <a:lnTo>
                    <a:pt x="1349857" y="96202"/>
                  </a:lnTo>
                  <a:lnTo>
                    <a:pt x="1344485" y="93980"/>
                  </a:lnTo>
                  <a:lnTo>
                    <a:pt x="1332877" y="93980"/>
                  </a:lnTo>
                  <a:lnTo>
                    <a:pt x="1327518" y="96202"/>
                  </a:lnTo>
                  <a:lnTo>
                    <a:pt x="1327683" y="96202"/>
                  </a:lnTo>
                  <a:lnTo>
                    <a:pt x="1319631" y="104140"/>
                  </a:lnTo>
                  <a:lnTo>
                    <a:pt x="1317345" y="109626"/>
                  </a:lnTo>
                  <a:lnTo>
                    <a:pt x="1317345" y="120840"/>
                  </a:lnTo>
                  <a:lnTo>
                    <a:pt x="1319530" y="126034"/>
                  </a:lnTo>
                  <a:lnTo>
                    <a:pt x="1327683" y="134429"/>
                  </a:lnTo>
                  <a:lnTo>
                    <a:pt x="1327835" y="134429"/>
                  </a:lnTo>
                  <a:lnTo>
                    <a:pt x="1332877" y="136601"/>
                  </a:lnTo>
                  <a:lnTo>
                    <a:pt x="1344091" y="136601"/>
                  </a:lnTo>
                  <a:lnTo>
                    <a:pt x="1349413" y="134429"/>
                  </a:lnTo>
                  <a:lnTo>
                    <a:pt x="1351241" y="132676"/>
                  </a:lnTo>
                  <a:lnTo>
                    <a:pt x="1357693" y="126504"/>
                  </a:lnTo>
                  <a:lnTo>
                    <a:pt x="1359903" y="121183"/>
                  </a:lnTo>
                  <a:lnTo>
                    <a:pt x="1359903" y="1096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/>
          <p:nvPr/>
        </p:nvSpPr>
        <p:spPr>
          <a:xfrm>
            <a:off x="5208968" y="1394015"/>
            <a:ext cx="1847850" cy="11430"/>
          </a:xfrm>
          <a:custGeom>
            <a:avLst/>
            <a:gdLst/>
            <a:ahLst/>
            <a:cxnLst/>
            <a:rect l="l" t="t" r="r" b="b"/>
            <a:pathLst>
              <a:path w="1847850" h="11430">
                <a:moveTo>
                  <a:pt x="1847469" y="0"/>
                </a:moveTo>
                <a:lnTo>
                  <a:pt x="0" y="0"/>
                </a:lnTo>
                <a:lnTo>
                  <a:pt x="0" y="10858"/>
                </a:lnTo>
                <a:lnTo>
                  <a:pt x="1847469" y="10858"/>
                </a:lnTo>
                <a:lnTo>
                  <a:pt x="1847469" y="0"/>
                </a:lnTo>
                <a:close/>
              </a:path>
            </a:pathLst>
          </a:custGeom>
          <a:solidFill>
            <a:srgbClr val="ED1C2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503999" y="2291245"/>
            <a:ext cx="6555740" cy="5448935"/>
            <a:chOff x="503999" y="2291245"/>
            <a:chExt cx="6555740" cy="5448935"/>
          </a:xfrm>
        </p:grpSpPr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999" y="2291245"/>
              <a:ext cx="1503006" cy="86399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2998" y="2291245"/>
              <a:ext cx="1502994" cy="86399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0007" y="2291245"/>
              <a:ext cx="1502994" cy="86399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999" y="3443249"/>
              <a:ext cx="1503006" cy="863993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7003" y="3443249"/>
              <a:ext cx="1502994" cy="86399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6694" y="3443528"/>
              <a:ext cx="1503006" cy="86361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76208" y="4571161"/>
              <a:ext cx="1513801" cy="86361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999" y="4570780"/>
              <a:ext cx="1513801" cy="86361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61003" y="4571161"/>
              <a:ext cx="1512011" cy="863612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3999" y="6874497"/>
              <a:ext cx="1503006" cy="86399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70007" y="5722810"/>
              <a:ext cx="1502994" cy="863815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86800" y="5722632"/>
              <a:ext cx="1503210" cy="863815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3999" y="5722632"/>
              <a:ext cx="1503006" cy="863815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56694" y="5724283"/>
              <a:ext cx="1503006" cy="863993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76208" y="6874497"/>
              <a:ext cx="1513801" cy="863993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56694" y="4571250"/>
              <a:ext cx="1503006" cy="86381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87003" y="2291245"/>
              <a:ext cx="1502994" cy="86399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59199" y="3443249"/>
              <a:ext cx="1513801" cy="86399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52998" y="6876008"/>
              <a:ext cx="1502994" cy="86399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73690" y="6874497"/>
              <a:ext cx="1499311" cy="8639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2026-01-29T21:32:53Z</dcterms:created>
  <dcterms:modified xsi:type="dcterms:W3CDTF">2026-01-29T21:32:53Z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2021-09-10T00:00:00Z</vt:filetime>
  </property>
  <property fmtid="{D5CDD505-2E9C-101B-9397-08002B2CF9AE}" pid="3" name="Creator">
    <vt:lpwstr>Adobe InDesign 16.2 (Macintosh)</vt:lpwstr>
  </property>
  <property fmtid="{D5CDD505-2E9C-101B-9397-08002B2CF9AE}" pid="4" name="LastSaved">
    <vt:filetime>2026-01-29T00:00:00Z</vt:filetime>
  </property>
  <property fmtid="{D5CDD505-2E9C-101B-9397-08002B2CF9AE}" pid="5" name="Producer">
    <vt:lpwstr>Adobe PDF Library 15.0</vt:lpwstr>
  </property>
</Properties>
</file>